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derive the chain rule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Chain rule applies layer by layer</a:t>
            </a:r>
          </a:p>
          <a:p>
            <a:r>
              <a:t>Cache activations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Free textbox: saddle points are common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